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drawingml.chart+xml" PartName="/ppt/charts/chart8.xml"/>
  <Override ContentType="application/vnd.openxmlformats-officedocument.presentationml.notesSlide+xml" PartName="/ppt/notesSlides/notesSlide12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cs typeface="+mn-cs"/>
        <a:ea typeface="+mn-ea"/>
        <a:latin typeface="+mn-lt"/>
        <a:solidFill>
          <a:schemeClr val="tx1"/>
        </a:solidFill>
      </a:defRPr>
    </a:lvl1pPr>
    <a:lvl2pPr algn="l" defTabSz="914400" eaLnBrk="1" hangingPunct="1" latinLnBrk="0" marL="457200" rtl="0">
      <a:defRPr kern="1200" sz="1800">
        <a:cs typeface="+mn-cs"/>
        <a:ea typeface="+mn-ea"/>
        <a:latin typeface="+mn-lt"/>
        <a:solidFill>
          <a:schemeClr val="tx1"/>
        </a:solidFill>
      </a:defRPr>
    </a:lvl2pPr>
    <a:lvl3pPr algn="l" defTabSz="914400" eaLnBrk="1" hangingPunct="1" latinLnBrk="0" marL="914400" rtl="0">
      <a:defRPr kern="1200" sz="1800">
        <a:cs typeface="+mn-cs"/>
        <a:ea typeface="+mn-ea"/>
        <a:latin typeface="+mn-lt"/>
        <a:solidFill>
          <a:schemeClr val="tx1"/>
        </a:solidFill>
      </a:defRPr>
    </a:lvl3pPr>
    <a:lvl4pPr algn="l" defTabSz="914400" eaLnBrk="1" hangingPunct="1" latinLnBrk="0" marL="1371600" rtl="0">
      <a:defRPr kern="1200" sz="1800">
        <a:cs typeface="+mn-cs"/>
        <a:ea typeface="+mn-ea"/>
        <a:latin typeface="+mn-lt"/>
        <a:solidFill>
          <a:schemeClr val="tx1"/>
        </a:solidFill>
      </a:defRPr>
    </a:lvl4pPr>
    <a:lvl5pPr algn="l" defTabSz="914400" eaLnBrk="1" hangingPunct="1" latinLnBrk="0" marL="1828800" rtl="0">
      <a:defRPr kern="1200" sz="1800">
        <a:cs typeface="+mn-cs"/>
        <a:ea typeface="+mn-ea"/>
        <a:latin typeface="+mn-lt"/>
        <a:solidFill>
          <a:schemeClr val="tx1"/>
        </a:solidFill>
      </a:defRPr>
    </a:lvl5pPr>
    <a:lvl6pPr algn="l" defTabSz="914400" eaLnBrk="1" hangingPunct="1" latinLnBrk="0" marL="2286000" rtl="0">
      <a:defRPr kern="1200" sz="1800">
        <a:cs typeface="+mn-cs"/>
        <a:ea typeface="+mn-ea"/>
        <a:latin typeface="+mn-lt"/>
        <a:solidFill>
          <a:schemeClr val="tx1"/>
        </a:solidFill>
      </a:defRPr>
    </a:lvl6pPr>
    <a:lvl7pPr algn="l" defTabSz="914400" eaLnBrk="1" hangingPunct="1" latinLnBrk="0" marL="2743200" rtl="0">
      <a:defRPr kern="1200" sz="1800">
        <a:cs typeface="+mn-cs"/>
        <a:ea typeface="+mn-ea"/>
        <a:latin typeface="+mn-lt"/>
        <a:solidFill>
          <a:schemeClr val="tx1"/>
        </a:solidFill>
      </a:defRPr>
    </a:lvl7pPr>
    <a:lvl8pPr algn="l" defTabSz="914400" eaLnBrk="1" hangingPunct="1" latinLnBrk="0" marL="3200400" rtl="0">
      <a:defRPr kern="1200" sz="1800">
        <a:cs typeface="+mn-cs"/>
        <a:ea typeface="+mn-ea"/>
        <a:latin typeface="+mn-lt"/>
        <a:solidFill>
          <a:schemeClr val="tx1"/>
        </a:solidFill>
      </a:defRPr>
    </a:lvl8pPr>
    <a:lvl9pPr algn="l" defTabSz="914400" eaLnBrk="1" hangingPunct="1" latinLnBrk="0" marL="3657600" rtl="0">
      <a:defRPr kern="1200" sz="1800">
        <a:cs typeface="+mn-cs"/>
        <a:ea typeface="+mn-ea"/>
        <a:latin typeface="+mn-lt"/>
        <a:solidFill>
          <a:schemeClr val="tx1"/>
        </a:solidFill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notesMasters/notesMaster1.xml" Type="http://schemas.openxmlformats.org/officeDocument/2006/relationships/notesMaster"/><Relationship Id="rId19" Target="presProps.xml" Type="http://schemas.openxmlformats.org/officeDocument/2006/relationships/presProps"/><Relationship Id="rId20" Target="viewProps.xml" Type="http://schemas.openxmlformats.org/officeDocument/2006/relationships/viewProps"/><Relationship Id="rId21" Target="theme/theme1.xml" Type="http://schemas.openxmlformats.org/officeDocument/2006/relationships/theme"/><Relationship Id="rId22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marL="342900" indent="-3429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 marL="342900" indent="-342900"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6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 marL="342900" indent="-3429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lvl="2" marL="12001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lvl="3" marL="16573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lvl="1" marL="742950" indent="-285750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</a:p>
          <a:p>
            <a:pPr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</a:p>
          <a:p>
            <a:pPr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/>
          <a:lstStyle/>
          <a:p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/>
          <a:lstStyle/>
          <a:p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/>
          <a:lstStyle/>
          <a:p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6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/>
          <a:lstStyle/>
          <a:p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16: Engine Benchmark Matrix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/>
          <a:lstStyle/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/>
          <a:lstStyle/>
          <a:p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/>
          <a:lstStyle/>
          <a:p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16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2026-08-30T10:05:42.090Z</dcterms:created>
  <dcterms:modified xsi:type="dcterms:W3CDTF">2026-08-30T10:05:42.090Z</dcterms:modified>
</cp:coreProperties>
</file>