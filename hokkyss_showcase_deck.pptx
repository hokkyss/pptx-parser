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6" name="Text Box 6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17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stage-1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4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6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stage-2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7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8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9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stage-3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3" name="Connector 3"/>
          <p:cNvCxnSpPr>
            <a:stCxn id="stage-1" idx="3"/>
            <a:endCxn id="stage-2" idx="1"/>
          </p:cNvCxnSpPr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4" name="Connector 4"/>
          <p:cNvCxnSpPr>
            <a:stCxn id="stage-2" idx="3"/>
            <a:endCxn id="stage-3" idx="1"/>
          </p:cNvCxnSpPr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5" name="Connector 5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2026-08-18T13:38:48.485Z</dcterms:created>
  <dcterms:modified xsi:type="dcterms:W3CDTF">2026-08-18T13:38:48.485Z</dcterms:modified>
</cp:coreProperties>
</file>