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drawingml.chart+xml" PartName="/ppt/charts/chart8.xml"/>
  <Override ContentType="application/vnd.openxmlformats-officedocument.presentationml.notesSlide+xml" PartName="/ppt/notesSlides/notesSlide10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notesMasters/notesMaster1.xml" Type="http://schemas.openxmlformats.org/officeDocument/2006/relationships/notesMaster"/><Relationship Id="rId17" Target="presProps.xml" Type="http://schemas.openxmlformats.org/officeDocument/2006/relationships/presProps"/><Relationship Id="rId18" Target="viewProps.xml" Type="http://schemas.openxmlformats.org/officeDocument/2006/relationships/viewProps"/><Relationship Id="rId19" Target="theme/theme1.xml" Type="http://schemas.openxmlformats.org/officeDocument/2006/relationships/theme"/><Relationship Id="rId20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3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4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5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6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7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8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9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0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9.xml" Type="http://schemas.openxmlformats.org/officeDocument/2006/relationships/slide"/><Relationship Id="rId4" Target="slide13.xml" Type="http://schemas.openxmlformats.org/officeDocument/2006/relationships/slide"/><Relationship Id="rId5" Target="slide14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2.xml" Type="http://schemas.openxmlformats.org/officeDocument/2006/relationships/slide"/><Relationship Id="rId3" Target="slide14.xml" Type="http://schemas.openxmlformats.org/officeDocument/2006/relationships/slide"/><Relationship Id="rId4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2.xml" Type="http://schemas.openxmlformats.org/officeDocument/2006/relationships/slide"/><Relationship Id="rId4" Target="../notesSlides/notesSlide10.xml" Type="http://schemas.openxmlformats.org/officeDocument/2006/relationships/notesSlide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 anchor="ctr"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Stage 1 Background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5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6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8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9" name="Stage 2 Background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roundRect 9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1" name="Text Box 10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2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3" name="Stage 3 Background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4" name="roundRect 13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5" name="Text Box 14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16" name="Connector 15"/>
          <p:cNvCxnSpPr>
            <a:cxnSpLocks/>
            <a:stCxn id="5" idx="3"/>
            <a:endCxn id="9" idx="1"/>
          </p:cNvCxnSpPr>
          <p:nvPr/>
        </p:nvCxnSpPr>
        <p:spPr>
          <a:xfrm>
            <a:off x="3840480" y="3611880"/>
            <a:ext cx="731520" cy="0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7" name="Connector 16"/>
          <p:cNvCxnSpPr>
            <a:cxnSpLocks/>
            <a:stCxn id="9" idx="3"/>
            <a:endCxn id="13" idx="1"/>
          </p:cNvCxnSpPr>
          <p:nvPr/>
        </p:nvCxnSpPr>
        <p:spPr>
          <a:xfrm>
            <a:off x="7498080" y="3611880"/>
            <a:ext cx="731520" cy="0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8" name="Connector 17"/>
          <p:cNvCxnSpPr>
            <a:cxnSpLocks/>
          </p:cNvCxnSpPr>
          <p:nvPr/>
        </p:nvCxnSpPr>
        <p:spPr>
          <a:xfrm>
            <a:off x="914400" y="5669280"/>
            <a:ext cx="10241280" cy="0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  <p:sp>
        <p:nvSpPr>
          <p:cNvPr id="19" name="Text Box 18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9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9: OpenXML Charts &amp; Graphs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9" name="roundRect 8">
            <a:hlinkClick r:id="rId4" tooltip="Jump directly to Slide 13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F5F3FF"/>
          </a:solidFill>
          <a:ln w="13716">
            <a:solidFill>
              <a:srgbClr val="8B5C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6D28D9"/>
                </a:solidFill>
                <a:latin typeface="+mn-lt"/>
                <a:cs typeface="+mn-lt"/>
              </a:rPr>
              <a:t>🎨 Slide 13: DrawingML Gradient Engine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Linear, radial, alpha &amp; multi-stop mesh cards</a:t>
            </a:r>
          </a:p>
        </p:txBody>
      </p:sp>
      <p:sp>
        <p:nvSpPr>
          <p:cNvPr id="10" name="roundRect 9">
            <a:hlinkClick r:id="rId5" tooltip="Jump directly to Slide 14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14: Engine Benchmark Matrix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1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3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2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4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pPr algn="l"/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 anchor="ctr"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 anchor="ctr"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 anchor="ctr"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 anchor="ctr">
                    <a:solidFill>
                      <a:srgbClr val="0284C7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roundRect 9">
            <a:hlinkClick r:id="rId3" tooltip="Return to Hyperlinks Hub (Slide 12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14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2026-09-12T07:06:47.005Z</dcterms:created>
  <dcterms:modified xsi:type="dcterms:W3CDTF">2026-09-12T07:06:47.005Z</dcterms:modified>
</cp:coreProperties>
</file>