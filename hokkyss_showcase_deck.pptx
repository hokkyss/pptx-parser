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drawingml.chart+xml" PartName="/ppt/charts/chart8.xml"/>
  <Override ContentType="application/vnd.openxmlformats-officedocument.presentationml.notesSlide+xml" PartName="/ppt/notesSlides/notesSlide8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notesMasters/notesMaster1.xml" Type="http://schemas.openxmlformats.org/officeDocument/2006/relationships/notesMaster"/><Relationship Id="rId15" Target="presProps.xml" Type="http://schemas.openxmlformats.org/officeDocument/2006/relationships/presProps"/><Relationship Id="rId16" Target="viewProps.xml" Type="http://schemas.openxmlformats.org/officeDocument/2006/relationships/viewProps"/><Relationship Id="rId17" Target="theme/theme1.xml" Type="http://schemas.openxmlformats.org/officeDocument/2006/relationships/theme"/><Relationship Id="rId18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0284C7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334155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../notesSlides/notesSlide8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3716">
            <a:solidFill>
              <a:srgbClr val="94A3B8"/>
            </a:solidFill>
            <a:prstDash val="dash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tooltip="Return to Title (Slide 1)" action="ppaction://hlinkshowjump?jump=firstslide"/>
          </p:cNvPr>
          <p:cNvSpPr/>
          <p:nvPr/>
        </p:nvSpPr>
        <p:spPr>
          <a:xfrm>
            <a:off x="923544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Return to Title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12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2026-08-16T08:25:58.098Z</dcterms:created>
  <dcterms:modified xsi:type="dcterms:W3CDTF">2026-08-16T08:25:58.098Z</dcterms:modified>
</cp:coreProperties>
</file>