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6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3"/>
          <p:cNvCxnSpPr>
            <a:stCxn id="4" idx="3"/>
            <a:endCxn id="8" idx="1"/>
          </p:cNvCxnSpPr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4"/>
          <p:cNvCxnSpPr>
            <a:stCxn id="8" idx="3"/>
            <a:endCxn id="12" idx="1"/>
          </p:cNvCxnSpPr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5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2026-08-18T13:41:25.336Z</dcterms:created>
  <dcterms:modified xsi:type="dcterms:W3CDTF">2026-08-18T13:41:25.336Z</dcterms:modified>
</cp:coreProperties>
</file>