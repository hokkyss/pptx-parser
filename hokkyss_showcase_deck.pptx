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Default ContentType="audio/mpeg" Extension="mp3"/>
  <Default ContentType="video/mp4" Extension="mp4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drawingml.chart+xml" PartName="/ppt/charts/chart8.xml"/>
  <Override ContentType="application/vnd.openxmlformats-officedocument.presentationml.notesSlide+xml" PartName="/ppt/notesSlides/notesSlide13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slides/slide17.xml" Type="http://schemas.openxmlformats.org/officeDocument/2006/relationships/slide"/><Relationship Id="rId19" Target="notesMasters/notesMaster1.xml" Type="http://schemas.openxmlformats.org/officeDocument/2006/relationships/notesMaster"/><Relationship Id="rId20" Target="presProps.xml" Type="http://schemas.openxmlformats.org/officeDocument/2006/relationships/presProps"/><Relationship Id="rId21" Target="viewProps.xml" Type="http://schemas.openxmlformats.org/officeDocument/2006/relationships/viewProps"/><Relationship Id="rId22" Target="theme/theme1.xml" Type="http://schemas.openxmlformats.org/officeDocument/2006/relationships/theme"/><Relationship Id="rId23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4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7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8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9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0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Multimedia Embedding Keynote: </a:t>
            </a:r>
            <a:r>
              <a:rPr u="sng">
                <a:latin typeface="+mn-lt"/>
                <a:cs typeface="+mn-lt"/>
              </a:rPr>
              <a:t>Full OpenXML Audio &amp; Video Integration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PowerPoint speaker/film strip icons rendered with zero client-side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relationship management with dual r:link (media) and r:embed (p14:media) entries.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Complete round-trip preservation when parsed and resaved with @hokkyss/pptx-reader.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7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7.xml" Type="http://schemas.openxmlformats.org/officeDocument/2006/relationships/slide"/><Relationship Id="rId4" Target="../media/custom-audio-thumbnail.png" Type="http://schemas.openxmlformats.org/officeDocument/2006/relationships/image"/><Relationship Id="rId5" Target="../media/sample-audio.mp3" Type="http://schemas.openxmlformats.org/officeDocument/2006/relationships/audio"/><Relationship Id="rId6" Target="../media/sample-audio.mp3" Type="http://schemas.microsoft.com/office/2007/relationships/media"/><Relationship Id="rId7" Target="../media/custom-video-thumbnail.png" Type="http://schemas.openxmlformats.org/officeDocument/2006/relationships/image"/><Relationship Id="rId8" Target="../media/sample-video.mp4" Type="http://schemas.openxmlformats.org/officeDocument/2006/relationships/video"/><Relationship Id="rId9" Target="../media/sample-video.mp4" Type="http://schemas.microsoft.com/office/2007/relationships/media"/><Relationship Id="rId10" Target="../notesSlides/notesSlide12.xml" Type="http://schemas.openxmlformats.org/officeDocument/2006/relationships/notesSlide"/></Relationships>
</file>

<file path=ppt/slides/_rels/slide1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3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algn="l" lvl="2" marL="6096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algn="l" lvl="3" marL="8382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algn="l" lvl="0" marL="152400" indent="-152400"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algn="l" lvl="3" marL="8382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algn="l"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algn="l"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 algn="l" lvl="0" marL="152400" indent="-152400"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algn="l"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algn="l"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 anchor="t"/>
          <a:lstStyle/>
          <a:p>
            <a:pPr algn="l" lvl="0"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algn="l"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algn="l" lvl="0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7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17: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Multimedia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Multimedia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Audio &amp; Video Media Embedding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&lt;p:pic&gt; multimedia integration with automatic relationship linking, playback triggers &amp; timing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7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🔊 Embedded Audio &amp; Narration Tracks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9144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Native speaker icon rendered automatically with interactive click-to-play &amp; automatic slide load triggers: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2788920"/>
            <a:ext cx="4846320" cy="1371600"/>
          </a:xfrm>
          <a:prstGeom prst="roundRect">
            <a:avLst/>
          </a:prstGeom>
          <a:solidFill>
            <a:srgbClr val="F1F5F9"/>
          </a:solidFill>
          <a:ln w="13716">
            <a:solidFill>
              <a:srgbClr val="CBD5E1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0" name="Showcase Audio Track"/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97280" y="301752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2103120" y="2926080"/>
            <a:ext cx="356616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0F172A"/>
                </a:solidFill>
                <a:latin typeface="+mn-lt"/>
                <a:cs typeface="+mn-lt"/>
              </a:rPr>
              <a:t>Interactive Audio Clip (Click custom cover in slideshow)</a:t>
            </a:r>
          </a:p>
          <a:p>
            <a:pPr algn="l"/>
            <a:r>
              <a:rPr sz="950">
                <a:solidFill>
                  <a:srgbClr val="0284C7"/>
                </a:solidFill>
                <a:latin typeface="+mn-lt"/>
                <a:cs typeface="+mn-lt"/>
              </a:rPr>
              <a:t>• Source: assets/sample-audio.mp3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Poster: custom-audio-thumbnail.png (Album art)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Trigger: onClick | Loop: true | Vol: 80%</a:t>
            </a:r>
          </a:p>
        </p:txBody>
      </p:sp>
      <p:sp>
        <p:nvSpPr>
          <p:cNvPr id="12" name="roundRect 11"/>
          <p:cNvSpPr/>
          <p:nvPr/>
        </p:nvSpPr>
        <p:spPr>
          <a:xfrm>
            <a:off x="9144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3" name="Text Box 12"/>
          <p:cNvSpPr txBox="1"/>
          <p:nvPr/>
        </p:nvSpPr>
        <p:spPr>
          <a:xfrm>
            <a:off x="10058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audio with custom album artwork poster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slide.addAudio(audioBuffer,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'sample-audio.mp3',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'audio/mpeg',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albumArtBytes,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trigger: 'onClick', // or 'automatic'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loop: true,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volume: 0.8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🎬 High-Fidelity Video &amp; Motion Graphics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Embed cross-platform MP4/MOV/AVI video containers with custom poster thumbnails, looping, and mute:</a:t>
            </a:r>
          </a:p>
        </p:txBody>
      </p:sp>
      <p:sp>
        <p:nvSpPr>
          <p:cNvPr id="17" name="roundRect 16"/>
          <p:cNvSpPr/>
          <p:nvPr/>
        </p:nvSpPr>
        <p:spPr>
          <a:xfrm>
            <a:off x="6400800" y="2788920"/>
            <a:ext cx="4846320" cy="137160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Showcase Video Track"/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37960" y="2880360"/>
            <a:ext cx="16459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Text Box 18"/>
          <p:cNvSpPr txBox="1"/>
          <p:nvPr/>
        </p:nvSpPr>
        <p:spPr>
          <a:xfrm>
            <a:off x="8321040" y="2926080"/>
            <a:ext cx="283464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Embedded Video Player Container</a:t>
            </a:r>
          </a:p>
          <a:p>
            <a:pPr algn="l"/>
            <a:r>
              <a:rPr sz="950">
                <a:solidFill>
                  <a:srgbClr val="38BDF8"/>
                </a:solidFill>
                <a:latin typeface="+mn-lt"/>
                <a:cs typeface="+mn-lt"/>
              </a:rPr>
              <a:t>• Source: assets/sample-video.mp4 (H.264)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Poster: custom-video-thumbnail.png (Cinematic 4K)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Trigger: automatic | Muted: true</a:t>
            </a:r>
          </a:p>
        </p:txBody>
      </p:sp>
      <p:sp>
        <p:nvSpPr>
          <p:cNvPr id="20" name="roundRect 19"/>
          <p:cNvSpPr/>
          <p:nvPr/>
        </p:nvSpPr>
        <p:spPr>
          <a:xfrm>
            <a:off x="64008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21" name="Text Box 20"/>
          <p:cNvSpPr txBox="1"/>
          <p:nvPr/>
        </p:nvSpPr>
        <p:spPr>
          <a:xfrm>
            <a:off x="64922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video with custom poster thumbnail &amp; controls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slide.addVideo(videoBuffer,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'product_demo.mp4',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'video/mp4',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posterBytes,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x: inches(2), y: inches(1.5),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w: inches(6), h: inches(4.5),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muted: true, loop: true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22" name="Text Box 2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dur="indefinite" id="1" nodeType="tmRoot" restart="never">
          <p:childTnLst>
            <p:seq concurrent="1" nextAc="seek">
              <p:cTn dur="indefinite" id="2" nodeType="mainSeq">
                <p:childTnLst>
                  <p:video>
                    <p:cMediaNode vol="0">
                      <p:cTn dur="indefinite" id="5" nodeType="with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8"/>
                      </p:tgtEl>
                    </p:cMediaNode>
                  </p:video>
                </p:childTnLst>
              </p:cTn>
            </p:seq>
            <p:seq concurrent="1" nextAc="seek">
              <p:cTn evtFilter="cancelBubble" fill="hold" id="4" nodeType="interactiveSeq" restart="whenNotActive">
                <p:stCondLst>
                  <p:cond delay="0" evt="onClick">
                    <p:tgtEl>
                      <p:spTgt spid="10"/>
                    </p:tgtEl>
                  </p:cond>
                </p:stCondLst>
                <p:childTnLst>
                  <p:audio>
                    <p:cMediaNode vol="80000">
                      <p:cTn dur="indefinite" id="3" nodeType="click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0"/>
                      </p:tgtEl>
                    </p:cMediaNode>
                  </p:audio>
                </p:childTnLst>
              </p:cTn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17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2026-09-13T12:15:04.372Z</dcterms:created>
  <dcterms:modified xsi:type="dcterms:W3CDTF">2026-09-13T12:15:04.372Z</dcterms:modified>
</cp:coreProperties>
</file>