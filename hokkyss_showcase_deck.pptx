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 </a:t>
            </a:r>
          </a:p>
          <a:p>
            <a:pPr algn="l" lvl="0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/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 </a:t>
            </a:r>
          </a:p>
          <a:p>
            <a:pPr algn="l" lvl="0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/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 </a:t>
            </a:r>
          </a:p>
          <a:p>
            <a:pPr algn="l" lvl="0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/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 </a:t>
            </a:r>
          </a:p>
          <a:p>
            <a:pPr algn="l" lvl="0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  <p:transition spd="fast">
    <p:pull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2026-08-16T08:08:58.836Z</dcterms:created>
  <dcterms:modified xsi:type="dcterms:W3CDTF">2026-08-16T08:08:58.836Z</dcterms:modified>
</cp:coreProperties>
</file>