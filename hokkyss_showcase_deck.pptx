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drawingml.chart+xml" PartName="/ppt/charts/chart8.xml"/>
  <Override ContentType="application/vnd.openxmlformats-officedocument.presentationml.notesSlide+xml" PartName="/ppt/notesSlides/notesSlide9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notesMasters/notesMaster1.xml" Type="http://schemas.openxmlformats.org/officeDocument/2006/relationships/notesMaster"/><Relationship Id="rId16" Target="presProps.xml" Type="http://schemas.openxmlformats.org/officeDocument/2006/relationships/presProps"/><Relationship Id="rId17" Target="viewProps.xml" Type="http://schemas.openxmlformats.org/officeDocument/2006/relationships/viewProps"/><Relationship Id="rId18" Target="theme/theme1.xml" Type="http://schemas.openxmlformats.org/officeDocument/2006/relationships/theme"/><Relationship Id="rId19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3.xml" Type="http://schemas.openxmlformats.org/officeDocument/2006/relationships/slide"/><Relationship Id="rId4" Target="slide9.xml" Type="http://schemas.openxmlformats.org/officeDocument/2006/relationships/slide"/><Relationship Id="rId5" Target="slide13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F0F9FF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369A1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Four decoupled packages &amp; DrawingML presets</a:t>
            </a:r>
          </a:p>
        </p:txBody>
      </p:sp>
      <p:sp>
        <p:nvSpPr>
          <p:cNvPr id="8" name="roundRect 7">
            <a:hlinkClick r:id="rId3" tooltip="Jump directly to Slide 3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EF2FF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4338CA"/>
                </a:solidFill>
                <a:latin typeface="+mn-lt"/>
                <a:cs typeface="+mn-lt"/>
              </a:rPr>
              <a:t>📊 Slide 3: Enterprise Data Tables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Formatted headers, zebra fills &amp; metric cells</a:t>
            </a:r>
          </a:p>
        </p:txBody>
      </p:sp>
      <p:sp>
        <p:nvSpPr>
          <p:cNvPr id="9" name="roundRect 8">
            <a:hlinkClick r:id="rId4" tooltip="Jump directly to Slide 9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3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13: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13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2026-08-16T08:29:11.562Z</dcterms:created>
  <dcterms:modified xsi:type="dcterms:W3CDTF">2026-08-16T08:29:11.562Z</dcterms:modified>
</cp:coreProperties>
</file>