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drawingml.chart+xml" PartName="/ppt/charts/chart1.xml"/>
  <Override ContentType="application/vnd.openxmlformats-officedocument.presentationml.notesSlide+xml" PartName="/ppt/notesSlides/notesSlide5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6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7.xml"/>
  <Override ContentType="application/vnd.openxmlformats-officedocument.drawingml.chart+xml" PartName="/ppt/charts/chart8.xml"/>
  <Override ContentType="application/vnd.openxmlformats-officedocument.presentationml.notesSlide+xml" PartName="/ppt/notesSlides/notesSlide8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notesMasters/notesMaster1.xml" Type="http://schemas.openxmlformats.org/officeDocument/2006/relationships/notesMaster"/><Relationship Id="rId15" Target="presProps.xml" Type="http://schemas.openxmlformats.org/officeDocument/2006/relationships/presProps"/><Relationship Id="rId16" Target="viewProps.xml" Type="http://schemas.openxmlformats.org/officeDocument/2006/relationships/viewProps"/><Relationship Id="rId17" Target="theme/theme1.xml" Type="http://schemas.openxmlformats.org/officeDocument/2006/relationships/theme"/><Relationship Id="rId18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0284C7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334155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334155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334155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Details: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Explain how levels 0 through 3 compute distinct left margins and hanging indents.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0.166" bullet gap, 0" margin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0.166" bullet gap,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0.166" bullet gap,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0.166" bullet gap,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Emphasize that number lists automatically use 0.222" clearance for digits.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ctr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algn="l" defTabSz="914400" rtl="0" eaLnBrk="1" fontAlgn="ctr" latinLnBrk="0" hangingPunct="1">
        <a:spcBef>
          <a:spcPts val="20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sz="1800">
          <a:solidFill>
            <a:schemeClr val="tx1"/>
          </a:solidFill>
          <a:latin typeface="+mn-lt"/>
          <a:ea typeface="+mn-ea"/>
          <a:cs typeface="+mn-cs"/>
        </a:defRPr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../notesSlides/notesSlide8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pPr algn="l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/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pPr algn="l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/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pPr algn="l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/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pPr algn="l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Hierarchy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Demonstrating 4 levels of hierarchical indentation, mixed bullet glyphs, auto-numbering, and paragraph spacing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System Topology Outlining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TLS 1.3 Handshake Termination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Zero-RTT session resumption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DDoS mitigation heuristic filters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Geo-Distributed Compute Mesh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Sub-millisecond V8 isolate provisioning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D1 Relational Database SQLite Replicas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KV Cache (Read-heavy eventual consistency)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Pipeline Lifecycle</a:t>
            </a:r>
          </a:p>
        </p:txBody>
      </p:sp>
      <p:sp>
        <p:nvSpPr>
          <p:cNvPr id="9" name="Text Box 8"/>
          <p:cNvSpPr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Decompress OpenXML container with fflate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Stream XML parts directly to DOM parser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Extract theme, slideMaster, and slideLayouts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Apply shape geometries, tables, and drop shadows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Calculate type-safe EMU, points, and inches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Emit deterministic XML parts and relationship files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Generate zero-copy ArrayBuffer presentation binary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9"/>
          <p:cNvSpPr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roundRect 1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2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3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9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10" name="roundRect 1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1" name="roundRect 2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2" name="Text Box 3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4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5" name="roundRect 1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6" name="roundRect 2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7" name="Text Box 3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8" name="Connector 4"/>
          <p:cNvCxnSpPr/>
          <p:nvPr/>
        </p:nvCxnSpPr>
        <p:spPr>
          <a:xfrm>
            <a:off x="3840480" y="3611880"/>
            <a:ext cx="731520" cy="1"/>
          </a:xfrm>
          <a:prstGeom prst="line">
            <a:avLst/>
          </a:prstGeom>
          <a:ln w="27432">
            <a:solidFill>
              <a:srgbClr val="0284C7"/>
            </a:solidFill>
            <a:prstDash val="solid"/>
          </a:ln>
        </p:spPr>
      </p:cxnSp>
      <p:cxnSp>
        <p:nvCxnSpPr>
          <p:cNvPr id="13" name="Connector 6"/>
          <p:cNvCxnSpPr/>
          <p:nvPr/>
        </p:nvCxnSpPr>
        <p:spPr>
          <a:xfrm>
            <a:off x="7498080" y="3611880"/>
            <a:ext cx="731520" cy="1"/>
          </a:xfrm>
          <a:prstGeom prst="line">
            <a:avLst/>
          </a:prstGeom>
          <a:ln w="27432">
            <a:solidFill>
              <a:srgbClr val="6366F1"/>
            </a:solidFill>
            <a:prstDash val="solid"/>
          </a:ln>
        </p:spPr>
      </p:cxnSp>
      <p:cxnSp>
        <p:nvCxnSpPr>
          <p:cNvPr id="18" name="Connector 8"/>
          <p:cNvCxnSpPr/>
          <p:nvPr/>
        </p:nvCxnSpPr>
        <p:spPr>
          <a:xfrm>
            <a:off x="914400" y="5669280"/>
            <a:ext cx="10241280" cy="1"/>
          </a:xfrm>
          <a:prstGeom prst="line">
            <a:avLst/>
          </a:prstGeom>
          <a:ln w="13716">
            <a:solidFill>
              <a:srgbClr val="94A3B8"/>
            </a:solidFill>
            <a:prstDash val="dash"/>
          </a:ln>
        </p:spPr>
      </p:cxnSp>
    </p:spTree>
  </p:cSld>
  <p:clrMapOvr>
    <a:masterClrMapping/>
  </p:clrMapOvr>
  <p:transition spd="fast">
    <p:pull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12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2026-08-16T08:24:34.700Z</dcterms:created>
  <dcterms:modified xsi:type="dcterms:W3CDTF">2026-08-16T08:24:34.700Z</dcterms:modified>
</cp:coreProperties>
</file>