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Default ContentType="audio/mpeg" Extension="mp3"/>
  <Default ContentType="video/mp4" Extension="mp4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drawingml.chart+xml" PartName="/ppt/charts/chart8.xml"/>
  <Override ContentType="application/vnd.openxmlformats-officedocument.presentationml.notesSlide+xml" PartName="/ppt/notesSlides/notesSlide11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slides/slide15.xml" Type="http://schemas.openxmlformats.org/officeDocument/2006/relationships/slide"/><Relationship Id="rId17" Target="notesMasters/notesMaster1.xml" Type="http://schemas.openxmlformats.org/officeDocument/2006/relationships/notesMaster"/><Relationship Id="rId18" Target="presProps.xml" Type="http://schemas.openxmlformats.org/officeDocument/2006/relationships/presProps"/><Relationship Id="rId19" Target="viewProps.xml" Type="http://schemas.openxmlformats.org/officeDocument/2006/relationships/viewProps"/><Relationship Id="rId20" Target="theme/theme1.xml" Type="http://schemas.openxmlformats.org/officeDocument/2006/relationships/theme"/><Relationship Id="rId21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Multimedia Embedding Keynote: </a:t>
            </a:r>
            <a:r>
              <a:rPr u="sng">
                <a:latin typeface="+mn-lt"/>
                <a:cs typeface="+mn-lt"/>
              </a:rPr>
              <a:t>Full OpenXML Audio &amp; Video Integration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PowerPoint speaker/film strip icons rendered with zero client-side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relationship management with dual r:link (media) and r:embed (p14:media) entries.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Complete round-trip preservation when parsed and resaved with @hokkyss/pptx-reader.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9.xml" Type="http://schemas.openxmlformats.org/officeDocument/2006/relationships/slide"/><Relationship Id="rId4" Target="slide14.xml" Type="http://schemas.openxmlformats.org/officeDocument/2006/relationships/slide"/><Relationship Id="rId5" Target="slide15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2.xml" Type="http://schemas.openxmlformats.org/officeDocument/2006/relationships/slide"/><Relationship Id="rId3" Target="slide14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custom-audio-thumbnail.png" Type="http://schemas.openxmlformats.org/officeDocument/2006/relationships/image"/><Relationship Id="rId3" Target="../media/sample-audio.mp3" Type="http://schemas.openxmlformats.org/officeDocument/2006/relationships/audio"/><Relationship Id="rId4" Target="../media/sample-audio.mp3" Type="http://schemas.microsoft.com/office/2007/relationships/media"/><Relationship Id="rId5" Target="../media/custom-video-thumbnail.png" Type="http://schemas.openxmlformats.org/officeDocument/2006/relationships/image"/><Relationship Id="rId6" Target="../media/sample-video.mp4" Type="http://schemas.openxmlformats.org/officeDocument/2006/relationships/video"/><Relationship Id="rId7" Target="../media/sample-video.mp4" Type="http://schemas.microsoft.com/office/2007/relationships/media"/><Relationship Id="rId8" Target="../notesSlides/notesSlide10.xml" Type="http://schemas.openxmlformats.org/officeDocument/2006/relationships/notesSlide"/></Relationships>
</file>

<file path=ppt/slides/_rels/slide1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11.xml" Type="http://schemas.openxmlformats.org/officeDocument/2006/relationships/notesSlide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18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5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6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9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10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13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14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15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16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9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9" name="roundRect 8">
            <a:hlinkClick r:id="rId4" tooltip="Jump directly to Slide 14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F5F3FF"/>
          </a:solidFill>
          <a:ln w="13716">
            <a:solidFill>
              <a:srgbClr val="8B5C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6D28D9"/>
                </a:solidFill>
                <a:latin typeface="+mn-lt"/>
                <a:cs typeface="+mn-lt"/>
              </a:rPr>
              <a:t>🎬 Slide 14: Audio &amp; Video Media Engine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Embedded MP3/MP4, playback triggers &amp; timing</a:t>
            </a:r>
          </a:p>
        </p:txBody>
      </p:sp>
      <p:sp>
        <p:nvSpPr>
          <p:cNvPr id="10" name="roundRect 9">
            <a:hlinkClick r:id="rId5" tooltip="Jump directly to Slide 15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15: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2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4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Audio &amp; Video Media Embedding Engine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&lt;p:pic&gt; multimedia integration with automatic relationship linking, playback triggers &amp; timing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🔊 Embedded Audio &amp; Narration Tracks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4114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Native speaker icon rendered automatically with interactive click-to-play &amp; automatic slide load triggers:</a:t>
            </a:r>
          </a:p>
        </p:txBody>
      </p:sp>
      <p:sp>
        <p:nvSpPr>
          <p:cNvPr id="7" name="roundRect 6"/>
          <p:cNvSpPr/>
          <p:nvPr/>
        </p:nvSpPr>
        <p:spPr>
          <a:xfrm>
            <a:off x="914400" y="2788920"/>
            <a:ext cx="4846320" cy="1371600"/>
          </a:xfrm>
          <a:prstGeom prst="roundRect">
            <a:avLst/>
          </a:prstGeom>
          <a:solidFill>
            <a:srgbClr val="F1F5F9"/>
          </a:solidFill>
          <a:ln w="13716">
            <a:solidFill>
              <a:srgbClr val="CBD5E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Text Box 8"/>
          <p:cNvSpPr/>
          <p:nvPr/>
        </p:nvSpPr>
        <p:spPr>
          <a:xfrm>
            <a:off x="2103120" y="2926080"/>
            <a:ext cx="3566160" cy="10972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100">
                <a:solidFill>
                  <a:srgbClr val="0F172A"/>
                </a:solidFill>
                <a:latin typeface="+mn-lt"/>
                <a:cs typeface="+mn-lt"/>
              </a:rPr>
              <a:t>Interactive Audio Clip (Click custom cover in slideshow)</a:t>
            </a:r>
          </a:p>
          <a:p>
            <a:pPr algn="l"/>
            <a:r>
              <a:rPr sz="950">
                <a:solidFill>
                  <a:srgbClr val="0284C7"/>
                </a:solidFill>
                <a:latin typeface="+mn-lt"/>
                <a:cs typeface="+mn-lt"/>
              </a:rPr>
              <a:t>• Source: assets/sample-audio.mp3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• Poster: custom-audio-thumbnail.png (Album art)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• Trigger: onClick | Loop: true | Vol: 80%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343400"/>
            <a:ext cx="4846320" cy="173736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1005840" y="4389120"/>
            <a:ext cx="4663440" cy="16459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Embed audio with custom album artwork poster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slide.addAudio(audioBuffer, {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fileName: 'sample-audio.mp3',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mimeType: 'audio/mpeg',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poster: { data: albumArtBytes, mimeType: 'image/png' },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trigger: 'onClick', // or 'automatic'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loop: true,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volume: 0.8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2" name="roundRect 11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Box 12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🎬 High-Fidelity Video &amp; Motion Graphics</a:t>
            </a:r>
          </a:p>
        </p:txBody>
      </p:sp>
      <p:sp>
        <p:nvSpPr>
          <p:cNvPr id="14" name="Text Box 13"/>
          <p:cNvSpPr/>
          <p:nvPr/>
        </p:nvSpPr>
        <p:spPr>
          <a:xfrm>
            <a:off x="6400800" y="2331720"/>
            <a:ext cx="4846320" cy="4114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Embed cross-platform MP4/MOV/AVI video containers with custom poster thumbnails, looping, and mute: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2788920"/>
            <a:ext cx="4846320" cy="137160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" name="Text Box 16"/>
          <p:cNvSpPr/>
          <p:nvPr/>
        </p:nvSpPr>
        <p:spPr>
          <a:xfrm>
            <a:off x="8321040" y="2926080"/>
            <a:ext cx="2834640" cy="10972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Embedded Video Player Container</a:t>
            </a:r>
          </a:p>
          <a:p>
            <a:pPr algn="l"/>
            <a:r>
              <a:rPr sz="950">
                <a:solidFill>
                  <a:srgbClr val="38BDF8"/>
                </a:solidFill>
                <a:latin typeface="+mn-lt"/>
                <a:cs typeface="+mn-lt"/>
              </a:rPr>
              <a:t>• Source: assets/sample-video.mp4 (H.264)</a:t>
            </a:r>
          </a:p>
          <a:p>
            <a:pPr algn="l"/>
            <a:r>
              <a:rPr sz="950">
                <a:solidFill>
                  <a:srgbClr val="94A3B8"/>
                </a:solidFill>
                <a:latin typeface="+mn-lt"/>
                <a:cs typeface="+mn-lt"/>
              </a:rPr>
              <a:t>• Poster: custom-video-thumbnail.png (Cinematic 4K)</a:t>
            </a:r>
          </a:p>
          <a:p>
            <a:pPr algn="l"/>
            <a:r>
              <a:rPr sz="950">
                <a:solidFill>
                  <a:srgbClr val="94A3B8"/>
                </a:solidFill>
                <a:latin typeface="+mn-lt"/>
                <a:cs typeface="+mn-lt"/>
              </a:rPr>
              <a:t>• Trigger: automatic | Muted: true</a:t>
            </a:r>
          </a:p>
        </p:txBody>
      </p:sp>
      <p:sp>
        <p:nvSpPr>
          <p:cNvPr id="18" name="roundRect 17"/>
          <p:cNvSpPr/>
          <p:nvPr/>
        </p:nvSpPr>
        <p:spPr>
          <a:xfrm>
            <a:off x="6400800" y="4343400"/>
            <a:ext cx="4846320" cy="173736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9" name="Text Box 18"/>
          <p:cNvSpPr/>
          <p:nvPr/>
        </p:nvSpPr>
        <p:spPr>
          <a:xfrm>
            <a:off x="6492240" y="4389120"/>
            <a:ext cx="4663440" cy="16459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Embed video with custom poster thumbnail &amp; controls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slide.addVideo(videoBuffer, {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fileName: 'product_demo.mp4',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mimeType: 'video/mp4',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poster: { data: posterBytes, mimeType: 'image/png' },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x: inches(2), y: inches(1.5),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w: inches(6), h: inches(4.5),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muted: true, loop: true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20" name="Text Box 1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8" name="Showcase Audio Track"/>
          <p:cNvPicPr>
            <a:picLocks noChangeAspect="1"/>
          </p:cNvPicPr>
          <p:nvPr>
            <a:audi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1097280" y="3017520"/>
            <a:ext cx="91440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Showcase Video Track"/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537960" y="2880360"/>
            <a:ext cx="1645920" cy="1188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fast">
    <p:fade/>
  </p:transition>
  <p:timing>
    <p:tnLst>
      <p:par>
        <p:cTn dur="indefinite" id="1" nodeType="tmRoot" restart="never">
          <p:childTnLst>
            <p:seq concurrent="1" nextAc="seek">
              <p:cTn dur="indefinite" id="2" nodeType="mainSeq">
                <p:childTnLst>
                  <p:video>
                    <p:cMediaNode vol="0">
                      <p:cTn dur="indefinite" id="6" nodeType="withEffect" repeatCount="indefinite">
                        <p:stCondLst>
                          <p:cond delay="0"/>
                        </p:stCondLst>
                        <p:endCondLst>
                          <p:cond delay="0" evt="onStopAudio"/>
                        </p:endCondLst>
                      </p:cTn>
                      <p:tgtEl>
                        <p:spTgt spid="16"/>
                      </p:tgtEl>
                    </p:cMediaNode>
                  </p:video>
                </p:childTnLst>
              </p:cTn>
            </p:seq>
            <p:seq concurrent="1" nextAc="seek">
              <p:cTn evtFilter="cancelBubble" fill="hold" id="4" nodeType="interactiveSeq" restart="whenNotActive">
                <p:stCondLst>
                  <p:cond delay="0" evt="onClick">
                    <p:tgtEl>
                      <p:spTgt spid="8"/>
                    </p:tgtEl>
                  </p:cond>
                </p:stCondLst>
                <p:childTnLst>
                  <p:audio>
                    <p:cMediaNode vol="80000">
                      <p:cTn dur="indefinite" id="3" nodeType="clickEffect" restart="never" repeatCount="indefinite">
                        <p:stCondLst>
                          <p:cond delay="0"/>
                        </p:stCondLst>
                        <p:endCondLst>
                          <p:cond delay="0" evt="onStopAudio"/>
                        </p:endCondLst>
                      </p:cTn>
                      <p:tgtEl>
                        <p:spTgt spid="8"/>
                      </p:tgtEl>
                    </p:cMediaNode>
                  </p:audio>
                </p:childTnLst>
              </p:cTn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15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2026-08-29T07:57:44.047Z</dcterms:created>
  <dcterms:modified xsi:type="dcterms:W3CDTF">2026-08-29T07:57:44.047Z</dcterms:modified>
</cp:coreProperties>
</file>