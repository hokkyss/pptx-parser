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7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8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9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0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algn="l" lvl="2" marL="6096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algn="l" lvl="3" marL="8382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algn="l" lvl="3" marL="8382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algn="l"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algn="l"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0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2026-09-12T08:04:02.264Z</dcterms:created>
  <dcterms:modified xsi:type="dcterms:W3CDTF">2026-09-12T08:04:02.264Z</dcterms:modified>
</cp:coreProperties>
</file>